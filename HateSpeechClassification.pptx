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56E13F-82C1-1C04-E8B3-02075C49F216}" v="289" dt="2025-12-13T00:09:50.5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neesh Shanand Lingan Anandakumar" userId="S::lingananandakumar.t@northeastern.edu::9e375dac-92c7-487c-96c7-9b82cbd65267" providerId="AD" clId="Web-{5356E13F-82C1-1C04-E8B3-02075C49F216}"/>
    <pc:docChg chg="addSld delSld modSld addMainMaster delMainMaster">
      <pc:chgData name="Thaneesh Shanand Lingan Anandakumar" userId="S::lingananandakumar.t@northeastern.edu::9e375dac-92c7-487c-96c7-9b82cbd65267" providerId="AD" clId="Web-{5356E13F-82C1-1C04-E8B3-02075C49F216}" dt="2025-12-13T00:09:50.608" v="298" actId="20577"/>
      <pc:docMkLst>
        <pc:docMk/>
      </pc:docMkLst>
      <pc:sldChg chg="addSp delSp modSp mod setBg modClrScheme setClrOvrMap chgLayout">
        <pc:chgData name="Thaneesh Shanand Lingan Anandakumar" userId="S::lingananandakumar.t@northeastern.edu::9e375dac-92c7-487c-96c7-9b82cbd65267" providerId="AD" clId="Web-{5356E13F-82C1-1C04-E8B3-02075C49F216}" dt="2025-12-12T23:07:27.945" v="48" actId="1076"/>
        <pc:sldMkLst>
          <pc:docMk/>
          <pc:sldMk cId="109857222" sldId="256"/>
        </pc:sldMkLst>
        <pc:spChg chg="mod">
          <ac:chgData name="Thaneesh Shanand Lingan Anandakumar" userId="S::lingananandakumar.t@northeastern.edu::9e375dac-92c7-487c-96c7-9b82cbd65267" providerId="AD" clId="Web-{5356E13F-82C1-1C04-E8B3-02075C49F216}" dt="2025-12-12T23:07:27.945" v="48" actId="107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Thaneesh Shanand Lingan Anandakumar" userId="S::lingananandakumar.t@northeastern.edu::9e375dac-92c7-487c-96c7-9b82cbd65267" providerId="AD" clId="Web-{5356E13F-82C1-1C04-E8B3-02075C49F216}" dt="2025-12-12T23:07:05.601" v="47" actId="2057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Thaneesh Shanand Lingan Anandakumar" userId="S::lingananandakumar.t@northeastern.edu::9e375dac-92c7-487c-96c7-9b82cbd65267" providerId="AD" clId="Web-{5356E13F-82C1-1C04-E8B3-02075C49F216}" dt="2025-12-12T23:02:05.326" v="1"/>
          <ac:spMkLst>
            <pc:docMk/>
            <pc:sldMk cId="109857222" sldId="256"/>
            <ac:spMk id="8" creationId="{D899EBD5-ED24-E8C2-F4DE-DB92419CF8F5}"/>
          </ac:spMkLst>
        </pc:spChg>
        <pc:spChg chg="add del">
          <ac:chgData name="Thaneesh Shanand Lingan Anandakumar" userId="S::lingananandakumar.t@northeastern.edu::9e375dac-92c7-487c-96c7-9b82cbd65267" providerId="AD" clId="Web-{5356E13F-82C1-1C04-E8B3-02075C49F216}" dt="2025-12-12T23:02:07.561" v="3"/>
          <ac:spMkLst>
            <pc:docMk/>
            <pc:sldMk cId="109857222" sldId="256"/>
            <ac:spMk id="9" creationId="{7A875D55-4A80-43E9-38F6-27E3664939B0}"/>
          </ac:spMkLst>
        </pc:spChg>
        <pc:spChg chg="add">
          <ac:chgData name="Thaneesh Shanand Lingan Anandakumar" userId="S::lingananandakumar.t@northeastern.edu::9e375dac-92c7-487c-96c7-9b82cbd65267" providerId="AD" clId="Web-{5356E13F-82C1-1C04-E8B3-02075C49F216}" dt="2025-12-12T23:02:07.607" v="4"/>
          <ac:spMkLst>
            <pc:docMk/>
            <pc:sldMk cId="109857222" sldId="256"/>
            <ac:spMk id="11" creationId="{C7EFAAB5-34A3-C2FC-70BA-7720CC8ADBAC}"/>
          </ac:spMkLst>
        </pc:spChg>
        <pc:spChg chg="add">
          <ac:chgData name="Thaneesh Shanand Lingan Anandakumar" userId="S::lingananandakumar.t@northeastern.edu::9e375dac-92c7-487c-96c7-9b82cbd65267" providerId="AD" clId="Web-{5356E13F-82C1-1C04-E8B3-02075C49F216}" dt="2025-12-12T23:02:07.607" v="4"/>
          <ac:spMkLst>
            <pc:docMk/>
            <pc:sldMk cId="109857222" sldId="256"/>
            <ac:spMk id="12" creationId="{74BCF1CC-D6F1-21D9-307D-C36BA9E87FB8}"/>
          </ac:spMkLst>
        </pc:spChg>
        <pc:spChg chg="add">
          <ac:chgData name="Thaneesh Shanand Lingan Anandakumar" userId="S::lingananandakumar.t@northeastern.edu::9e375dac-92c7-487c-96c7-9b82cbd65267" providerId="AD" clId="Web-{5356E13F-82C1-1C04-E8B3-02075C49F216}" dt="2025-12-12T23:02:07.607" v="4"/>
          <ac:spMkLst>
            <pc:docMk/>
            <pc:sldMk cId="109857222" sldId="256"/>
            <ac:spMk id="13" creationId="{A8A44BC8-2508-4575-75F6-0ED3F11E721E}"/>
          </ac:spMkLst>
        </pc:spChg>
        <pc:picChg chg="add del">
          <ac:chgData name="Thaneesh Shanand Lingan Anandakumar" userId="S::lingananandakumar.t@northeastern.edu::9e375dac-92c7-487c-96c7-9b82cbd65267" providerId="AD" clId="Web-{5356E13F-82C1-1C04-E8B3-02075C49F216}" dt="2025-12-12T23:02:07.561" v="3"/>
          <ac:picMkLst>
            <pc:docMk/>
            <pc:sldMk cId="109857222" sldId="256"/>
            <ac:picMk id="4" creationId="{91A1D948-AC3B-962E-4AC2-044B89C9F00B}"/>
          </ac:picMkLst>
        </pc:picChg>
        <pc:cxnChg chg="add del">
          <ac:chgData name="Thaneesh Shanand Lingan Anandakumar" userId="S::lingananandakumar.t@northeastern.edu::9e375dac-92c7-487c-96c7-9b82cbd65267" providerId="AD" clId="Web-{5356E13F-82C1-1C04-E8B3-02075C49F216}" dt="2025-12-12T23:02:05.326" v="1"/>
          <ac:cxnSpMkLst>
            <pc:docMk/>
            <pc:sldMk cId="109857222" sldId="256"/>
            <ac:cxnSpMk id="10" creationId="{C12C8322-DE75-9D80-9A42-9F4652A874FD}"/>
          </ac:cxnSpMkLst>
        </pc:cxnChg>
      </pc:sldChg>
      <pc:sldChg chg="modSp new">
        <pc:chgData name="Thaneesh Shanand Lingan Anandakumar" userId="S::lingananandakumar.t@northeastern.edu::9e375dac-92c7-487c-96c7-9b82cbd65267" providerId="AD" clId="Web-{5356E13F-82C1-1C04-E8B3-02075C49F216}" dt="2025-12-12T23:10:48.420" v="90" actId="20577"/>
        <pc:sldMkLst>
          <pc:docMk/>
          <pc:sldMk cId="2587724701" sldId="257"/>
        </pc:sldMkLst>
        <pc:spChg chg="mod">
          <ac:chgData name="Thaneesh Shanand Lingan Anandakumar" userId="S::lingananandakumar.t@northeastern.edu::9e375dac-92c7-487c-96c7-9b82cbd65267" providerId="AD" clId="Web-{5356E13F-82C1-1C04-E8B3-02075C49F216}" dt="2025-12-12T23:10:48.420" v="90" actId="20577"/>
          <ac:spMkLst>
            <pc:docMk/>
            <pc:sldMk cId="2587724701" sldId="257"/>
            <ac:spMk id="2" creationId="{493B4F65-FE9E-8BDD-C074-142B19F6D930}"/>
          </ac:spMkLst>
        </pc:spChg>
        <pc:spChg chg="mod">
          <ac:chgData name="Thaneesh Shanand Lingan Anandakumar" userId="S::lingananandakumar.t@northeastern.edu::9e375dac-92c7-487c-96c7-9b82cbd65267" providerId="AD" clId="Web-{5356E13F-82C1-1C04-E8B3-02075C49F216}" dt="2025-12-12T23:08:24.260" v="54" actId="20577"/>
          <ac:spMkLst>
            <pc:docMk/>
            <pc:sldMk cId="2587724701" sldId="257"/>
            <ac:spMk id="3" creationId="{93C39371-0678-B1CF-8852-ED630C9C83C3}"/>
          </ac:spMkLst>
        </pc:spChg>
      </pc:sldChg>
      <pc:sldChg chg="modSp new">
        <pc:chgData name="Thaneesh Shanand Lingan Anandakumar" userId="S::lingananandakumar.t@northeastern.edu::9e375dac-92c7-487c-96c7-9b82cbd65267" providerId="AD" clId="Web-{5356E13F-82C1-1C04-E8B3-02075C49F216}" dt="2025-12-12T23:10:57.061" v="91" actId="20577"/>
        <pc:sldMkLst>
          <pc:docMk/>
          <pc:sldMk cId="2791145771" sldId="258"/>
        </pc:sldMkLst>
        <pc:spChg chg="mod">
          <ac:chgData name="Thaneesh Shanand Lingan Anandakumar" userId="S::lingananandakumar.t@northeastern.edu::9e375dac-92c7-487c-96c7-9b82cbd65267" providerId="AD" clId="Web-{5356E13F-82C1-1C04-E8B3-02075C49F216}" dt="2025-12-12T23:10:57.061" v="91" actId="20577"/>
          <ac:spMkLst>
            <pc:docMk/>
            <pc:sldMk cId="2791145771" sldId="258"/>
            <ac:spMk id="2" creationId="{5C9D9436-A226-6EBA-D074-D7414FF7169C}"/>
          </ac:spMkLst>
        </pc:spChg>
        <pc:spChg chg="mod">
          <ac:chgData name="Thaneesh Shanand Lingan Anandakumar" userId="S::lingananandakumar.t@northeastern.edu::9e375dac-92c7-487c-96c7-9b82cbd65267" providerId="AD" clId="Web-{5356E13F-82C1-1C04-E8B3-02075C49F216}" dt="2025-12-12T23:10:25.529" v="87" actId="20577"/>
          <ac:spMkLst>
            <pc:docMk/>
            <pc:sldMk cId="2791145771" sldId="258"/>
            <ac:spMk id="3" creationId="{D6F9EB59-9397-69E9-383D-0C0240A05B54}"/>
          </ac:spMkLst>
        </pc:spChg>
      </pc:sldChg>
      <pc:sldChg chg="addSp modSp new">
        <pc:chgData name="Thaneesh Shanand Lingan Anandakumar" userId="S::lingananandakumar.t@northeastern.edu::9e375dac-92c7-487c-96c7-9b82cbd65267" providerId="AD" clId="Web-{5356E13F-82C1-1C04-E8B3-02075C49F216}" dt="2025-12-12T23:15:10.444" v="124" actId="20577"/>
        <pc:sldMkLst>
          <pc:docMk/>
          <pc:sldMk cId="143213748" sldId="259"/>
        </pc:sldMkLst>
        <pc:spChg chg="mod">
          <ac:chgData name="Thaneesh Shanand Lingan Anandakumar" userId="S::lingananandakumar.t@northeastern.edu::9e375dac-92c7-487c-96c7-9b82cbd65267" providerId="AD" clId="Web-{5356E13F-82C1-1C04-E8B3-02075C49F216}" dt="2025-12-12T23:11:09.623" v="93" actId="14100"/>
          <ac:spMkLst>
            <pc:docMk/>
            <pc:sldMk cId="143213748" sldId="259"/>
            <ac:spMk id="2" creationId="{C49E2942-33E0-DBB9-4A66-349F1B3895A4}"/>
          </ac:spMkLst>
        </pc:spChg>
        <pc:spChg chg="mod">
          <ac:chgData name="Thaneesh Shanand Lingan Anandakumar" userId="S::lingananandakumar.t@northeastern.edu::9e375dac-92c7-487c-96c7-9b82cbd65267" providerId="AD" clId="Web-{5356E13F-82C1-1C04-E8B3-02075C49F216}" dt="2025-12-12T23:15:10.444" v="124" actId="20577"/>
          <ac:spMkLst>
            <pc:docMk/>
            <pc:sldMk cId="143213748" sldId="259"/>
            <ac:spMk id="3" creationId="{8D08B15C-3269-95F4-6C01-2F7E9770E09C}"/>
          </ac:spMkLst>
        </pc:spChg>
        <pc:picChg chg="add mod">
          <ac:chgData name="Thaneesh Shanand Lingan Anandakumar" userId="S::lingananandakumar.t@northeastern.edu::9e375dac-92c7-487c-96c7-9b82cbd65267" providerId="AD" clId="Web-{5356E13F-82C1-1C04-E8B3-02075C49F216}" dt="2025-12-12T23:13:22.532" v="112" actId="1076"/>
          <ac:picMkLst>
            <pc:docMk/>
            <pc:sldMk cId="143213748" sldId="259"/>
            <ac:picMk id="4" creationId="{8FC7F51D-50EB-10CD-0B91-135B7DEFA158}"/>
          </ac:picMkLst>
        </pc:picChg>
      </pc:sldChg>
      <pc:sldChg chg="modSp new">
        <pc:chgData name="Thaneesh Shanand Lingan Anandakumar" userId="S::lingananandakumar.t@northeastern.edu::9e375dac-92c7-487c-96c7-9b82cbd65267" providerId="AD" clId="Web-{5356E13F-82C1-1C04-E8B3-02075C49F216}" dt="2025-12-12T23:16:04.136" v="137" actId="20577"/>
        <pc:sldMkLst>
          <pc:docMk/>
          <pc:sldMk cId="641124603" sldId="260"/>
        </pc:sldMkLst>
        <pc:spChg chg="mod">
          <ac:chgData name="Thaneesh Shanand Lingan Anandakumar" userId="S::lingananandakumar.t@northeastern.edu::9e375dac-92c7-487c-96c7-9b82cbd65267" providerId="AD" clId="Web-{5356E13F-82C1-1C04-E8B3-02075C49F216}" dt="2025-12-12T23:14:45.239" v="118" actId="20577"/>
          <ac:spMkLst>
            <pc:docMk/>
            <pc:sldMk cId="641124603" sldId="260"/>
            <ac:spMk id="2" creationId="{F981374E-0F3D-A526-BE07-A52E001CCD8F}"/>
          </ac:spMkLst>
        </pc:spChg>
        <pc:spChg chg="mod">
          <ac:chgData name="Thaneesh Shanand Lingan Anandakumar" userId="S::lingananandakumar.t@northeastern.edu::9e375dac-92c7-487c-96c7-9b82cbd65267" providerId="AD" clId="Web-{5356E13F-82C1-1C04-E8B3-02075C49F216}" dt="2025-12-12T23:16:04.136" v="137" actId="20577"/>
          <ac:spMkLst>
            <pc:docMk/>
            <pc:sldMk cId="641124603" sldId="260"/>
            <ac:spMk id="3" creationId="{6DB30932-BAB6-15D5-3EE9-1CF5BEF6FCA2}"/>
          </ac:spMkLst>
        </pc:spChg>
      </pc:sldChg>
      <pc:sldChg chg="modSp new">
        <pc:chgData name="Thaneesh Shanand Lingan Anandakumar" userId="S::lingananandakumar.t@northeastern.edu::9e375dac-92c7-487c-96c7-9b82cbd65267" providerId="AD" clId="Web-{5356E13F-82C1-1C04-E8B3-02075C49F216}" dt="2025-12-12T23:21:34.605" v="164" actId="20577"/>
        <pc:sldMkLst>
          <pc:docMk/>
          <pc:sldMk cId="1574936711" sldId="261"/>
        </pc:sldMkLst>
        <pc:spChg chg="mod">
          <ac:chgData name="Thaneesh Shanand Lingan Anandakumar" userId="S::lingananandakumar.t@northeastern.edu::9e375dac-92c7-487c-96c7-9b82cbd65267" providerId="AD" clId="Web-{5356E13F-82C1-1C04-E8B3-02075C49F216}" dt="2025-12-12T23:17:11.297" v="141" actId="14100"/>
          <ac:spMkLst>
            <pc:docMk/>
            <pc:sldMk cId="1574936711" sldId="261"/>
            <ac:spMk id="2" creationId="{012D231C-10A2-680C-52E4-F503287FA039}"/>
          </ac:spMkLst>
        </pc:spChg>
        <pc:spChg chg="mod">
          <ac:chgData name="Thaneesh Shanand Lingan Anandakumar" userId="S::lingananandakumar.t@northeastern.edu::9e375dac-92c7-487c-96c7-9b82cbd65267" providerId="AD" clId="Web-{5356E13F-82C1-1C04-E8B3-02075C49F216}" dt="2025-12-12T23:21:34.605" v="164" actId="20577"/>
          <ac:spMkLst>
            <pc:docMk/>
            <pc:sldMk cId="1574936711" sldId="261"/>
            <ac:spMk id="3" creationId="{56813028-4EAA-E4C9-8790-8B161D99DE55}"/>
          </ac:spMkLst>
        </pc:spChg>
      </pc:sldChg>
      <pc:sldChg chg="addSp modSp add replId">
        <pc:chgData name="Thaneesh Shanand Lingan Anandakumar" userId="S::lingananandakumar.t@northeastern.edu::9e375dac-92c7-487c-96c7-9b82cbd65267" providerId="AD" clId="Web-{5356E13F-82C1-1C04-E8B3-02075C49F216}" dt="2025-12-12T23:24:00.751" v="203" actId="20577"/>
        <pc:sldMkLst>
          <pc:docMk/>
          <pc:sldMk cId="1129218975" sldId="262"/>
        </pc:sldMkLst>
        <pc:spChg chg="mod">
          <ac:chgData name="Thaneesh Shanand Lingan Anandakumar" userId="S::lingananandakumar.t@northeastern.edu::9e375dac-92c7-487c-96c7-9b82cbd65267" providerId="AD" clId="Web-{5356E13F-82C1-1C04-E8B3-02075C49F216}" dt="2025-12-12T23:22:01.887" v="170" actId="20577"/>
          <ac:spMkLst>
            <pc:docMk/>
            <pc:sldMk cId="1129218975" sldId="262"/>
            <ac:spMk id="2" creationId="{63057536-F25B-51E1-9DD2-72926B38371A}"/>
          </ac:spMkLst>
        </pc:spChg>
        <pc:spChg chg="mod">
          <ac:chgData name="Thaneesh Shanand Lingan Anandakumar" userId="S::lingananandakumar.t@northeastern.edu::9e375dac-92c7-487c-96c7-9b82cbd65267" providerId="AD" clId="Web-{5356E13F-82C1-1C04-E8B3-02075C49F216}" dt="2025-12-12T23:24:00.751" v="203" actId="20577"/>
          <ac:spMkLst>
            <pc:docMk/>
            <pc:sldMk cId="1129218975" sldId="262"/>
            <ac:spMk id="3" creationId="{D7DB3E1C-8331-C1BF-AA69-3D5905000830}"/>
          </ac:spMkLst>
        </pc:spChg>
        <pc:graphicFrameChg chg="add mod modGraphic">
          <ac:chgData name="Thaneesh Shanand Lingan Anandakumar" userId="S::lingananandakumar.t@northeastern.edu::9e375dac-92c7-487c-96c7-9b82cbd65267" providerId="AD" clId="Web-{5356E13F-82C1-1C04-E8B3-02075C49F216}" dt="2025-12-12T23:23:54.860" v="201"/>
          <ac:graphicFrameMkLst>
            <pc:docMk/>
            <pc:sldMk cId="1129218975" sldId="262"/>
            <ac:graphicFrameMk id="5" creationId="{491B755F-BC9B-0D28-34B5-D0BF5D941D73}"/>
          </ac:graphicFrameMkLst>
        </pc:graphicFrameChg>
      </pc:sldChg>
      <pc:sldChg chg="modSp new del">
        <pc:chgData name="Thaneesh Shanand Lingan Anandakumar" userId="S::lingananandakumar.t@northeastern.edu::9e375dac-92c7-487c-96c7-9b82cbd65267" providerId="AD" clId="Web-{5356E13F-82C1-1C04-E8B3-02075C49F216}" dt="2025-12-12T23:21:55.778" v="168"/>
        <pc:sldMkLst>
          <pc:docMk/>
          <pc:sldMk cId="3769478774" sldId="262"/>
        </pc:sldMkLst>
        <pc:spChg chg="mod">
          <ac:chgData name="Thaneesh Shanand Lingan Anandakumar" userId="S::lingananandakumar.t@northeastern.edu::9e375dac-92c7-487c-96c7-9b82cbd65267" providerId="AD" clId="Web-{5356E13F-82C1-1C04-E8B3-02075C49F216}" dt="2025-12-12T23:21:52.246" v="167" actId="20577"/>
          <ac:spMkLst>
            <pc:docMk/>
            <pc:sldMk cId="3769478774" sldId="262"/>
            <ac:spMk id="2" creationId="{D9CA6497-CDDA-CCE4-4EC2-72EAA837C96E}"/>
          </ac:spMkLst>
        </pc:spChg>
      </pc:sldChg>
      <pc:sldChg chg="delSp modSp add replId">
        <pc:chgData name="Thaneesh Shanand Lingan Anandakumar" userId="S::lingananandakumar.t@northeastern.edu::9e375dac-92c7-487c-96c7-9b82cbd65267" providerId="AD" clId="Web-{5356E13F-82C1-1C04-E8B3-02075C49F216}" dt="2025-12-12T23:29:58.183" v="227" actId="20577"/>
        <pc:sldMkLst>
          <pc:docMk/>
          <pc:sldMk cId="2070728839" sldId="263"/>
        </pc:sldMkLst>
        <pc:spChg chg="mod">
          <ac:chgData name="Thaneesh Shanand Lingan Anandakumar" userId="S::lingananandakumar.t@northeastern.edu::9e375dac-92c7-487c-96c7-9b82cbd65267" providerId="AD" clId="Web-{5356E13F-82C1-1C04-E8B3-02075C49F216}" dt="2025-12-12T23:25:04.879" v="206" actId="20577"/>
          <ac:spMkLst>
            <pc:docMk/>
            <pc:sldMk cId="2070728839" sldId="263"/>
            <ac:spMk id="2" creationId="{DE648543-0224-9430-778D-7666D4609C6B}"/>
          </ac:spMkLst>
        </pc:spChg>
        <pc:spChg chg="mod">
          <ac:chgData name="Thaneesh Shanand Lingan Anandakumar" userId="S::lingananandakumar.t@northeastern.edu::9e375dac-92c7-487c-96c7-9b82cbd65267" providerId="AD" clId="Web-{5356E13F-82C1-1C04-E8B3-02075C49F216}" dt="2025-12-12T23:29:58.183" v="227" actId="20577"/>
          <ac:spMkLst>
            <pc:docMk/>
            <pc:sldMk cId="2070728839" sldId="263"/>
            <ac:spMk id="3" creationId="{FC8F9E4E-930B-81BF-4CF9-45CD7FAD94E8}"/>
          </ac:spMkLst>
        </pc:spChg>
        <pc:graphicFrameChg chg="del">
          <ac:chgData name="Thaneesh Shanand Lingan Anandakumar" userId="S::lingananandakumar.t@northeastern.edu::9e375dac-92c7-487c-96c7-9b82cbd65267" providerId="AD" clId="Web-{5356E13F-82C1-1C04-E8B3-02075C49F216}" dt="2025-12-12T23:24:56.863" v="205"/>
          <ac:graphicFrameMkLst>
            <pc:docMk/>
            <pc:sldMk cId="2070728839" sldId="263"/>
            <ac:graphicFrameMk id="5" creationId="{FA0820CC-F769-3FA3-CB2B-F5DF77BF4F10}"/>
          </ac:graphicFrameMkLst>
        </pc:graphicFrameChg>
      </pc:sldChg>
      <pc:sldChg chg="addSp modSp add replId">
        <pc:chgData name="Thaneesh Shanand Lingan Anandakumar" userId="S::lingananandakumar.t@northeastern.edu::9e375dac-92c7-487c-96c7-9b82cbd65267" providerId="AD" clId="Web-{5356E13F-82C1-1C04-E8B3-02075C49F216}" dt="2025-12-12T23:32:36.863" v="263" actId="20577"/>
        <pc:sldMkLst>
          <pc:docMk/>
          <pc:sldMk cId="3417553996" sldId="264"/>
        </pc:sldMkLst>
        <pc:spChg chg="mod">
          <ac:chgData name="Thaneesh Shanand Lingan Anandakumar" userId="S::lingananandakumar.t@northeastern.edu::9e375dac-92c7-487c-96c7-9b82cbd65267" providerId="AD" clId="Web-{5356E13F-82C1-1C04-E8B3-02075C49F216}" dt="2025-12-12T23:30:13.340" v="230" actId="20577"/>
          <ac:spMkLst>
            <pc:docMk/>
            <pc:sldMk cId="3417553996" sldId="264"/>
            <ac:spMk id="2" creationId="{0953B154-16EA-3E80-287D-90E6F82A8823}"/>
          </ac:spMkLst>
        </pc:spChg>
        <pc:spChg chg="mod">
          <ac:chgData name="Thaneesh Shanand Lingan Anandakumar" userId="S::lingananandakumar.t@northeastern.edu::9e375dac-92c7-487c-96c7-9b82cbd65267" providerId="AD" clId="Web-{5356E13F-82C1-1C04-E8B3-02075C49F216}" dt="2025-12-12T23:32:36.863" v="263" actId="20577"/>
          <ac:spMkLst>
            <pc:docMk/>
            <pc:sldMk cId="3417553996" sldId="264"/>
            <ac:spMk id="3" creationId="{DDBCA38B-DF23-EA85-FC65-5114B7AD8C89}"/>
          </ac:spMkLst>
        </pc:spChg>
        <pc:graphicFrameChg chg="add mod modGraphic">
          <ac:chgData name="Thaneesh Shanand Lingan Anandakumar" userId="S::lingananandakumar.t@northeastern.edu::9e375dac-92c7-487c-96c7-9b82cbd65267" providerId="AD" clId="Web-{5356E13F-82C1-1C04-E8B3-02075C49F216}" dt="2025-12-12T23:31:15.888" v="251"/>
          <ac:graphicFrameMkLst>
            <pc:docMk/>
            <pc:sldMk cId="3417553996" sldId="264"/>
            <ac:graphicFrameMk id="5" creationId="{31C38ED4-8591-A7AA-4103-44BE1F31AB76}"/>
          </ac:graphicFrameMkLst>
        </pc:graphicFrameChg>
      </pc:sldChg>
      <pc:sldChg chg="addSp delSp modSp add replId">
        <pc:chgData name="Thaneesh Shanand Lingan Anandakumar" userId="S::lingananandakumar.t@northeastern.edu::9e375dac-92c7-487c-96c7-9b82cbd65267" providerId="AD" clId="Web-{5356E13F-82C1-1C04-E8B3-02075C49F216}" dt="2025-12-12T23:34:29.902" v="272" actId="1076"/>
        <pc:sldMkLst>
          <pc:docMk/>
          <pc:sldMk cId="2963777866" sldId="265"/>
        </pc:sldMkLst>
        <pc:spChg chg="mod">
          <ac:chgData name="Thaneesh Shanand Lingan Anandakumar" userId="S::lingananandakumar.t@northeastern.edu::9e375dac-92c7-487c-96c7-9b82cbd65267" providerId="AD" clId="Web-{5356E13F-82C1-1C04-E8B3-02075C49F216}" dt="2025-12-12T23:33:21.414" v="265" actId="20577"/>
          <ac:spMkLst>
            <pc:docMk/>
            <pc:sldMk cId="2963777866" sldId="265"/>
            <ac:spMk id="2" creationId="{6A018138-DA24-1386-640A-E510CBB7216A}"/>
          </ac:spMkLst>
        </pc:spChg>
        <pc:spChg chg="mod">
          <ac:chgData name="Thaneesh Shanand Lingan Anandakumar" userId="S::lingananandakumar.t@northeastern.edu::9e375dac-92c7-487c-96c7-9b82cbd65267" providerId="AD" clId="Web-{5356E13F-82C1-1C04-E8B3-02075C49F216}" dt="2025-12-12T23:33:34.727" v="269" actId="20577"/>
          <ac:spMkLst>
            <pc:docMk/>
            <pc:sldMk cId="2963777866" sldId="265"/>
            <ac:spMk id="3" creationId="{7D1B2FC7-F50A-4648-908F-18CCEE6C8A71}"/>
          </ac:spMkLst>
        </pc:spChg>
        <pc:graphicFrameChg chg="del">
          <ac:chgData name="Thaneesh Shanand Lingan Anandakumar" userId="S::lingananandakumar.t@northeastern.edu::9e375dac-92c7-487c-96c7-9b82cbd65267" providerId="AD" clId="Web-{5356E13F-82C1-1C04-E8B3-02075C49F216}" dt="2025-12-12T23:33:28.320" v="268"/>
          <ac:graphicFrameMkLst>
            <pc:docMk/>
            <pc:sldMk cId="2963777866" sldId="265"/>
            <ac:graphicFrameMk id="5" creationId="{91448CE5-F498-578B-CC0B-91B9ACC3934D}"/>
          </ac:graphicFrameMkLst>
        </pc:graphicFrameChg>
        <pc:picChg chg="add mod">
          <ac:chgData name="Thaneesh Shanand Lingan Anandakumar" userId="S::lingananandakumar.t@northeastern.edu::9e375dac-92c7-487c-96c7-9b82cbd65267" providerId="AD" clId="Web-{5356E13F-82C1-1C04-E8B3-02075C49F216}" dt="2025-12-12T23:34:29.902" v="272" actId="1076"/>
          <ac:picMkLst>
            <pc:docMk/>
            <pc:sldMk cId="2963777866" sldId="265"/>
            <ac:picMk id="4" creationId="{F59D2AE1-5FA2-8C6B-905E-F4ECC717E8F9}"/>
          </ac:picMkLst>
        </pc:picChg>
      </pc:sldChg>
      <pc:sldChg chg="delSp modSp add replId">
        <pc:chgData name="Thaneesh Shanand Lingan Anandakumar" userId="S::lingananandakumar.t@northeastern.edu::9e375dac-92c7-487c-96c7-9b82cbd65267" providerId="AD" clId="Web-{5356E13F-82C1-1C04-E8B3-02075C49F216}" dt="2025-12-13T00:09:50.608" v="298" actId="20577"/>
        <pc:sldMkLst>
          <pc:docMk/>
          <pc:sldMk cId="2870252470" sldId="266"/>
        </pc:sldMkLst>
        <pc:spChg chg="mod">
          <ac:chgData name="Thaneesh Shanand Lingan Anandakumar" userId="S::lingananandakumar.t@northeastern.edu::9e375dac-92c7-487c-96c7-9b82cbd65267" providerId="AD" clId="Web-{5356E13F-82C1-1C04-E8B3-02075C49F216}" dt="2025-12-12T23:37:42.350" v="283" actId="20577"/>
          <ac:spMkLst>
            <pc:docMk/>
            <pc:sldMk cId="2870252470" sldId="266"/>
            <ac:spMk id="2" creationId="{A432A664-2E36-74B4-1246-CE5791498AA1}"/>
          </ac:spMkLst>
        </pc:spChg>
        <pc:spChg chg="mod">
          <ac:chgData name="Thaneesh Shanand Lingan Anandakumar" userId="S::lingananandakumar.t@northeastern.edu::9e375dac-92c7-487c-96c7-9b82cbd65267" providerId="AD" clId="Web-{5356E13F-82C1-1C04-E8B3-02075C49F216}" dt="2025-12-13T00:09:50.608" v="298" actId="20577"/>
          <ac:spMkLst>
            <pc:docMk/>
            <pc:sldMk cId="2870252470" sldId="266"/>
            <ac:spMk id="3" creationId="{B8EE5A23-A8CF-C794-F0C4-4F710F1C2C0B}"/>
          </ac:spMkLst>
        </pc:spChg>
        <pc:picChg chg="del">
          <ac:chgData name="Thaneesh Shanand Lingan Anandakumar" userId="S::lingananandakumar.t@northeastern.edu::9e375dac-92c7-487c-96c7-9b82cbd65267" providerId="AD" clId="Web-{5356E13F-82C1-1C04-E8B3-02075C49F216}" dt="2025-12-12T23:37:44.444" v="284"/>
          <ac:picMkLst>
            <pc:docMk/>
            <pc:sldMk cId="2870252470" sldId="266"/>
            <ac:picMk id="4" creationId="{79BC9359-734E-6013-8AC9-4ACE26B33212}"/>
          </ac:picMkLst>
        </pc:picChg>
      </pc:sldChg>
      <pc:sldMasterChg chg="add del addSldLayout delSldLayout">
        <pc:chgData name="Thaneesh Shanand Lingan Anandakumar" userId="S::lingananandakumar.t@northeastern.edu::9e375dac-92c7-487c-96c7-9b82cbd65267" providerId="AD" clId="Web-{5356E13F-82C1-1C04-E8B3-02075C49F216}" dt="2025-12-12T23:02:07.607" v="4"/>
        <pc:sldMasterMkLst>
          <pc:docMk/>
          <pc:sldMasterMk cId="2460954070" sldId="2147483660"/>
        </pc:sldMasterMkLst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Thaneesh Shanand Lingan Anandakumar" userId="S::lingananandakumar.t@northeastern.edu::9e375dac-92c7-487c-96c7-9b82cbd65267" providerId="AD" clId="Web-{5356E13F-82C1-1C04-E8B3-02075C49F216}" dt="2025-12-12T23:02:05.326" v="1"/>
        <pc:sldMasterMkLst>
          <pc:docMk/>
          <pc:sldMasterMk cId="115159755" sldId="2147483695"/>
        </pc:sldMasterMkLst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5.326" v="1"/>
          <pc:sldLayoutMkLst>
            <pc:docMk/>
            <pc:sldMasterMk cId="115159755" sldId="2147483695"/>
            <pc:sldLayoutMk cId="1056992199" sldId="2147483684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5.326" v="1"/>
          <pc:sldLayoutMkLst>
            <pc:docMk/>
            <pc:sldMasterMk cId="115159755" sldId="2147483695"/>
            <pc:sldLayoutMk cId="1472855919" sldId="2147483685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5.326" v="1"/>
          <pc:sldLayoutMkLst>
            <pc:docMk/>
            <pc:sldMasterMk cId="115159755" sldId="2147483695"/>
            <pc:sldLayoutMk cId="898137423" sldId="2147483686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5.326" v="1"/>
          <pc:sldLayoutMkLst>
            <pc:docMk/>
            <pc:sldMasterMk cId="115159755" sldId="2147483695"/>
            <pc:sldLayoutMk cId="721500699" sldId="2147483687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5.326" v="1"/>
          <pc:sldLayoutMkLst>
            <pc:docMk/>
            <pc:sldMasterMk cId="115159755" sldId="2147483695"/>
            <pc:sldLayoutMk cId="2406595974" sldId="2147483688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5.326" v="1"/>
          <pc:sldLayoutMkLst>
            <pc:docMk/>
            <pc:sldMasterMk cId="115159755" sldId="2147483695"/>
            <pc:sldLayoutMk cId="1628913782" sldId="2147483689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5.326" v="1"/>
          <pc:sldLayoutMkLst>
            <pc:docMk/>
            <pc:sldMasterMk cId="115159755" sldId="2147483695"/>
            <pc:sldLayoutMk cId="1069555819" sldId="2147483690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5.326" v="1"/>
          <pc:sldLayoutMkLst>
            <pc:docMk/>
            <pc:sldMasterMk cId="115159755" sldId="2147483695"/>
            <pc:sldLayoutMk cId="2063428102" sldId="2147483691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5.326" v="1"/>
          <pc:sldLayoutMkLst>
            <pc:docMk/>
            <pc:sldMasterMk cId="115159755" sldId="2147483695"/>
            <pc:sldLayoutMk cId="2148408751" sldId="2147483692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5.326" v="1"/>
          <pc:sldLayoutMkLst>
            <pc:docMk/>
            <pc:sldMasterMk cId="115159755" sldId="2147483695"/>
            <pc:sldLayoutMk cId="799273645" sldId="2147483693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5.326" v="1"/>
          <pc:sldLayoutMkLst>
            <pc:docMk/>
            <pc:sldMasterMk cId="115159755" sldId="2147483695"/>
            <pc:sldLayoutMk cId="588127199" sldId="2147483694"/>
          </pc:sldLayoutMkLst>
        </pc:sldLayoutChg>
      </pc:sldMasterChg>
      <pc:sldMasterChg chg="add del addSldLayout delSldLayout">
        <pc:chgData name="Thaneesh Shanand Lingan Anandakumar" userId="S::lingananandakumar.t@northeastern.edu::9e375dac-92c7-487c-96c7-9b82cbd65267" providerId="AD" clId="Web-{5356E13F-82C1-1C04-E8B3-02075C49F216}" dt="2025-12-12T23:02:07.561" v="3"/>
        <pc:sldMasterMkLst>
          <pc:docMk/>
          <pc:sldMasterMk cId="290143740" sldId="2147483708"/>
        </pc:sldMasterMkLst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561" v="3"/>
          <pc:sldLayoutMkLst>
            <pc:docMk/>
            <pc:sldMasterMk cId="290143740" sldId="2147483708"/>
            <pc:sldLayoutMk cId="2062527283" sldId="2147483697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561" v="3"/>
          <pc:sldLayoutMkLst>
            <pc:docMk/>
            <pc:sldMasterMk cId="290143740" sldId="2147483708"/>
            <pc:sldLayoutMk cId="1889643870" sldId="2147483698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561" v="3"/>
          <pc:sldLayoutMkLst>
            <pc:docMk/>
            <pc:sldMasterMk cId="290143740" sldId="2147483708"/>
            <pc:sldLayoutMk cId="3606940524" sldId="2147483699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561" v="3"/>
          <pc:sldLayoutMkLst>
            <pc:docMk/>
            <pc:sldMasterMk cId="290143740" sldId="2147483708"/>
            <pc:sldLayoutMk cId="625087844" sldId="2147483700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561" v="3"/>
          <pc:sldLayoutMkLst>
            <pc:docMk/>
            <pc:sldMasterMk cId="290143740" sldId="2147483708"/>
            <pc:sldLayoutMk cId="895796094" sldId="2147483701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561" v="3"/>
          <pc:sldLayoutMkLst>
            <pc:docMk/>
            <pc:sldMasterMk cId="290143740" sldId="2147483708"/>
            <pc:sldLayoutMk cId="381675408" sldId="2147483702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561" v="3"/>
          <pc:sldLayoutMkLst>
            <pc:docMk/>
            <pc:sldMasterMk cId="290143740" sldId="2147483708"/>
            <pc:sldLayoutMk cId="3819723437" sldId="2147483703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561" v="3"/>
          <pc:sldLayoutMkLst>
            <pc:docMk/>
            <pc:sldMasterMk cId="290143740" sldId="2147483708"/>
            <pc:sldLayoutMk cId="664140191" sldId="2147483704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561" v="3"/>
          <pc:sldLayoutMkLst>
            <pc:docMk/>
            <pc:sldMasterMk cId="290143740" sldId="2147483708"/>
            <pc:sldLayoutMk cId="3754196706" sldId="2147483705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561" v="3"/>
          <pc:sldLayoutMkLst>
            <pc:docMk/>
            <pc:sldMasterMk cId="290143740" sldId="2147483708"/>
            <pc:sldLayoutMk cId="1577446137" sldId="2147483706"/>
          </pc:sldLayoutMkLst>
        </pc:sldLayoutChg>
        <pc:sldLayoutChg chg="add del">
          <pc:chgData name="Thaneesh Shanand Lingan Anandakumar" userId="S::lingananandakumar.t@northeastern.edu::9e375dac-92c7-487c-96c7-9b82cbd65267" providerId="AD" clId="Web-{5356E13F-82C1-1C04-E8B3-02075C49F216}" dt="2025-12-12T23:02:07.561" v="3"/>
          <pc:sldLayoutMkLst>
            <pc:docMk/>
            <pc:sldMasterMk cId="290143740" sldId="2147483708"/>
            <pc:sldLayoutMk cId="3334842344" sldId="2147483707"/>
          </pc:sldLayoutMkLst>
        </pc:sldLayoutChg>
      </pc:sldMasterChg>
      <pc:sldMasterChg chg="add addSldLayout">
        <pc:chgData name="Thaneesh Shanand Lingan Anandakumar" userId="S::lingananandakumar.t@northeastern.edu::9e375dac-92c7-487c-96c7-9b82cbd65267" providerId="AD" clId="Web-{5356E13F-82C1-1C04-E8B3-02075C49F216}" dt="2025-12-12T23:02:07.607" v="4"/>
        <pc:sldMasterMkLst>
          <pc:docMk/>
          <pc:sldMasterMk cId="1381390744" sldId="2147483721"/>
        </pc:sldMasterMkLst>
        <pc:sldLayoutChg chg="add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1381390744" sldId="2147483721"/>
            <pc:sldLayoutMk cId="3295213368" sldId="2147483710"/>
          </pc:sldLayoutMkLst>
        </pc:sldLayoutChg>
        <pc:sldLayoutChg chg="add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1381390744" sldId="2147483721"/>
            <pc:sldLayoutMk cId="3024138049" sldId="2147483711"/>
          </pc:sldLayoutMkLst>
        </pc:sldLayoutChg>
        <pc:sldLayoutChg chg="add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1381390744" sldId="2147483721"/>
            <pc:sldLayoutMk cId="1744098188" sldId="2147483712"/>
          </pc:sldLayoutMkLst>
        </pc:sldLayoutChg>
        <pc:sldLayoutChg chg="add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1381390744" sldId="2147483721"/>
            <pc:sldLayoutMk cId="242771414" sldId="2147483713"/>
          </pc:sldLayoutMkLst>
        </pc:sldLayoutChg>
        <pc:sldLayoutChg chg="add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1381390744" sldId="2147483721"/>
            <pc:sldLayoutMk cId="1193354188" sldId="2147483714"/>
          </pc:sldLayoutMkLst>
        </pc:sldLayoutChg>
        <pc:sldLayoutChg chg="add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1381390744" sldId="2147483721"/>
            <pc:sldLayoutMk cId="3442044193" sldId="2147483715"/>
          </pc:sldLayoutMkLst>
        </pc:sldLayoutChg>
        <pc:sldLayoutChg chg="add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1381390744" sldId="2147483721"/>
            <pc:sldLayoutMk cId="3634486195" sldId="2147483716"/>
          </pc:sldLayoutMkLst>
        </pc:sldLayoutChg>
        <pc:sldLayoutChg chg="add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1381390744" sldId="2147483721"/>
            <pc:sldLayoutMk cId="3434443069" sldId="2147483717"/>
          </pc:sldLayoutMkLst>
        </pc:sldLayoutChg>
        <pc:sldLayoutChg chg="add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1381390744" sldId="2147483721"/>
            <pc:sldLayoutMk cId="2003191273" sldId="2147483718"/>
          </pc:sldLayoutMkLst>
        </pc:sldLayoutChg>
        <pc:sldLayoutChg chg="add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1381390744" sldId="2147483721"/>
            <pc:sldLayoutMk cId="3580635667" sldId="2147483719"/>
          </pc:sldLayoutMkLst>
        </pc:sldLayoutChg>
        <pc:sldLayoutChg chg="add">
          <pc:chgData name="Thaneesh Shanand Lingan Anandakumar" userId="S::lingananandakumar.t@northeastern.edu::9e375dac-92c7-487c-96c7-9b82cbd65267" providerId="AD" clId="Web-{5356E13F-82C1-1C04-E8B3-02075C49F216}" dt="2025-12-12T23:02:07.607" v="4"/>
          <pc:sldLayoutMkLst>
            <pc:docMk/>
            <pc:sldMasterMk cId="1381390744" sldId="2147483721"/>
            <pc:sldLayoutMk cId="4152769802" sldId="214748372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86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443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91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3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6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54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213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38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98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1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44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90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14" r:id="rId6"/>
    <p:sldLayoutId id="2147483710" r:id="rId7"/>
    <p:sldLayoutId id="2147483711" r:id="rId8"/>
    <p:sldLayoutId id="2147483712" r:id="rId9"/>
    <p:sldLayoutId id="2147483713" r:id="rId10"/>
    <p:sldLayoutId id="214748371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869" y="2341335"/>
            <a:ext cx="11165603" cy="1092577"/>
          </a:xfrm>
        </p:spPr>
        <p:txBody>
          <a:bodyPr anchor="t">
            <a:normAutofit/>
          </a:bodyPr>
          <a:lstStyle/>
          <a:p>
            <a:pPr algn="ctr"/>
            <a:r>
              <a:rPr lang="en-GB" sz="4800"/>
              <a:t>Hate Speech Classification</a:t>
            </a:r>
            <a:endParaRPr lang="en-US" sz="4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869" y="4763659"/>
            <a:ext cx="8092731" cy="1082957"/>
          </a:xfrm>
        </p:spPr>
        <p:txBody>
          <a:bodyPr anchor="b">
            <a:normAutofit/>
          </a:bodyPr>
          <a:lstStyle/>
          <a:p>
            <a:r>
              <a:rPr lang="en-GB" dirty="0"/>
              <a:t>By Thaneesh </a:t>
            </a:r>
            <a:r>
              <a:rPr lang="en-GB" dirty="0" err="1"/>
              <a:t>Shanand</a:t>
            </a:r>
            <a:endParaRPr lang="en-US" dirty="0" err="1"/>
          </a:p>
          <a:p>
            <a:r>
              <a:rPr lang="en-GB"/>
              <a:t>Applied NLP</a:t>
            </a:r>
            <a:endParaRPr lang="en-GB" dirty="0"/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A8A44BC8-2508-4575-75F6-0ED3F11E7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BCF1CC-D6F1-21D9-307D-C36BA9E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209925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4F65-FE9E-8BDD-C074-142B19F6D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0">
                <a:ea typeface="+mj-lt"/>
                <a:cs typeface="+mj-lt"/>
              </a:rPr>
              <a:t>Why Detect Hate Speech?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39371-0678-B1CF-8852-ED630C9C8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Social media contains large amounts of abusive and hateful language.</a:t>
            </a:r>
            <a:endParaRPr lang="en-GB" dirty="0"/>
          </a:p>
          <a:p>
            <a:r>
              <a:rPr lang="en-GB">
                <a:ea typeface="+mn-lt"/>
                <a:cs typeface="+mn-lt"/>
              </a:rPr>
              <a:t>Manual moderation is slow and inconsistent.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Automated detection helps improve online safety.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Challenge: distinguishing </a:t>
            </a:r>
            <a:r>
              <a:rPr lang="en-GB" i="1">
                <a:ea typeface="+mn-lt"/>
                <a:cs typeface="+mn-lt"/>
              </a:rPr>
              <a:t>hate speech</a:t>
            </a:r>
            <a:r>
              <a:rPr lang="en-GB">
                <a:ea typeface="+mn-lt"/>
                <a:cs typeface="+mn-lt"/>
              </a:rPr>
              <a:t> from </a:t>
            </a:r>
            <a:r>
              <a:rPr lang="en-GB" i="1">
                <a:ea typeface="+mn-lt"/>
                <a:cs typeface="+mn-lt"/>
              </a:rPr>
              <a:t>general offensive language</a:t>
            </a:r>
            <a:r>
              <a:rPr lang="en-GB">
                <a:ea typeface="+mn-lt"/>
                <a:cs typeface="+mn-lt"/>
              </a:rPr>
              <a:t>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724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D9436-A226-6EBA-D074-D7414FF7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0">
                <a:ea typeface="+mj-lt"/>
                <a:cs typeface="+mj-lt"/>
              </a:rPr>
              <a:t>Project Goal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9EB59-9397-69E9-383D-0C0240A05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67048"/>
            <a:ext cx="11155680" cy="45788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b="1">
                <a:ea typeface="+mn-lt"/>
                <a:cs typeface="+mn-lt"/>
              </a:rPr>
              <a:t>Objective:</a:t>
            </a: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Build a system that classifies tweets into:</a:t>
            </a:r>
          </a:p>
          <a:p>
            <a:r>
              <a:rPr lang="en-GB">
                <a:ea typeface="+mn-lt"/>
                <a:cs typeface="+mn-lt"/>
              </a:rPr>
              <a:t>Hate Speech (0)</a:t>
            </a:r>
            <a:endParaRPr lang="en-GB"/>
          </a:p>
          <a:p>
            <a:r>
              <a:rPr lang="en-GB">
                <a:ea typeface="+mn-lt"/>
                <a:cs typeface="+mn-lt"/>
              </a:rPr>
              <a:t>Offensive Language (1)</a:t>
            </a:r>
            <a:endParaRPr lang="en-GB"/>
          </a:p>
          <a:p>
            <a:r>
              <a:rPr lang="en-GB">
                <a:ea typeface="+mn-lt"/>
                <a:cs typeface="+mn-lt"/>
              </a:rPr>
              <a:t>Neither (2)</a:t>
            </a:r>
          </a:p>
          <a:p>
            <a:pPr>
              <a:buNone/>
            </a:pPr>
            <a:r>
              <a:rPr lang="en-GB" b="1">
                <a:ea typeface="+mn-lt"/>
                <a:cs typeface="+mn-lt"/>
              </a:rPr>
              <a:t>Compare:</a:t>
            </a:r>
            <a:endParaRPr lang="en-GB" b="1"/>
          </a:p>
          <a:p>
            <a:r>
              <a:rPr lang="en-GB">
                <a:ea typeface="+mn-lt"/>
                <a:cs typeface="+mn-lt"/>
              </a:rPr>
              <a:t>TF-IDF + Logistic Regression (baseline)</a:t>
            </a:r>
            <a:endParaRPr lang="en-GB"/>
          </a:p>
          <a:p>
            <a:r>
              <a:rPr lang="en-GB" dirty="0" err="1">
                <a:ea typeface="+mn-lt"/>
                <a:cs typeface="+mn-lt"/>
              </a:rPr>
              <a:t>DistilBERT</a:t>
            </a:r>
            <a:r>
              <a:rPr lang="en-GB" dirty="0">
                <a:ea typeface="+mn-lt"/>
                <a:cs typeface="+mn-lt"/>
              </a:rPr>
              <a:t> Fine-Tuning (transformer model)</a:t>
            </a:r>
            <a:endParaRPr lang="en-GB" dirty="0"/>
          </a:p>
          <a:p>
            <a:r>
              <a:rPr lang="en-GB" dirty="0" err="1">
                <a:ea typeface="+mn-lt"/>
                <a:cs typeface="+mn-lt"/>
              </a:rPr>
              <a:t>DistilBERT</a:t>
            </a:r>
            <a:r>
              <a:rPr lang="en-GB" dirty="0">
                <a:ea typeface="+mn-lt"/>
                <a:cs typeface="+mn-lt"/>
              </a:rPr>
              <a:t> + Class Weights (improved final model)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1145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E2942-33E0-DBB9-4A66-349F1B38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05652"/>
          </a:xfrm>
        </p:spPr>
        <p:txBody>
          <a:bodyPr/>
          <a:lstStyle/>
          <a:p>
            <a:pPr algn="ctr"/>
            <a:r>
              <a:rPr lang="en-GB" b="0">
                <a:ea typeface="+mj-lt"/>
                <a:cs typeface="+mj-lt"/>
              </a:rPr>
              <a:t>Dataset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8B15C-3269-95F4-6C01-2F7E9770E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78886"/>
            <a:ext cx="11155680" cy="43670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 b="1">
                <a:ea typeface="+mn-lt"/>
                <a:cs typeface="+mn-lt"/>
              </a:rPr>
              <a:t>Davidson et al. Hate Speech Dataset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24,783 </a:t>
            </a:r>
            <a:r>
              <a:rPr lang="en-US" dirty="0" err="1">
                <a:ea typeface="+mn-lt"/>
                <a:cs typeface="+mn-lt"/>
              </a:rPr>
              <a:t>labeled</a:t>
            </a:r>
            <a:r>
              <a:rPr lang="en-US" dirty="0">
                <a:ea typeface="+mn-lt"/>
                <a:cs typeface="+mn-lt"/>
              </a:rPr>
              <a:t> tweets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Imbalanced class distribution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Hate speech ≈ 5–6%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Offensive ≈ majority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Neutral smaller portion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Short, noisy text common in social media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Motivates the need for robust NLP methods</a:t>
            </a:r>
            <a:endParaRPr lang="en-US"/>
          </a:p>
        </p:txBody>
      </p:sp>
      <p:pic>
        <p:nvPicPr>
          <p:cNvPr id="4" name="Picture 3" descr="A graph of a bar&#10;&#10;AI-generated content may be incorrect.">
            <a:extLst>
              <a:ext uri="{FF2B5EF4-FFF2-40B4-BE49-F238E27FC236}">
                <a16:creationId xmlns:a16="http://schemas.microsoft.com/office/drawing/2014/main" id="{8FC7F51D-50EB-10CD-0B91-135B7DEFA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930" y="1981552"/>
            <a:ext cx="4708526" cy="361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13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374E-0F3D-A526-BE07-A52E001CC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99284"/>
          </a:xfrm>
        </p:spPr>
        <p:txBody>
          <a:bodyPr/>
          <a:lstStyle/>
          <a:p>
            <a:pPr algn="ctr"/>
            <a:r>
              <a:rPr lang="en-GB" b="0">
                <a:ea typeface="+mj-lt"/>
                <a:cs typeface="+mj-lt"/>
              </a:rPr>
              <a:t>Baseline Approach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30932-BAB6-15D5-3EE9-1CF5BEF6F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21048"/>
            <a:ext cx="11155680" cy="43248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TF-IDF + Logistic Regression:</a:t>
            </a:r>
          </a:p>
          <a:p>
            <a:r>
              <a:rPr lang="en-GB">
                <a:ea typeface="+mn-lt"/>
                <a:cs typeface="+mn-lt"/>
              </a:rPr>
              <a:t>TF-IDF converts text to sparse vectors</a:t>
            </a:r>
            <a:endParaRPr lang="en-GB"/>
          </a:p>
          <a:p>
            <a:r>
              <a:rPr lang="en-GB">
                <a:ea typeface="+mn-lt"/>
                <a:cs typeface="+mn-lt"/>
              </a:rPr>
              <a:t>Logistic regression trained for 3-class classification</a:t>
            </a:r>
            <a:endParaRPr lang="en-GB"/>
          </a:p>
          <a:p>
            <a:r>
              <a:rPr lang="en-GB">
                <a:ea typeface="+mn-lt"/>
                <a:cs typeface="+mn-lt"/>
              </a:rPr>
              <a:t>Fast and explainable</a:t>
            </a:r>
            <a:endParaRPr lang="en-GB"/>
          </a:p>
          <a:p>
            <a:r>
              <a:rPr lang="en-GB">
                <a:ea typeface="+mn-lt"/>
                <a:cs typeface="+mn-lt"/>
              </a:rPr>
              <a:t>Weak at capturing context or sarcasm</a:t>
            </a:r>
          </a:p>
          <a:p>
            <a:pPr marL="0" indent="0">
              <a:buNone/>
            </a:pPr>
            <a:endParaRPr lang="en-GB" dirty="0"/>
          </a:p>
          <a:p>
            <a:pPr>
              <a:buNone/>
            </a:pPr>
            <a:r>
              <a:rPr lang="en-GB" b="1">
                <a:ea typeface="+mn-lt"/>
                <a:cs typeface="+mn-lt"/>
              </a:rPr>
              <a:t>Baseline Macro F1:</a:t>
            </a:r>
            <a:r>
              <a:rPr lang="en-GB">
                <a:ea typeface="+mn-lt"/>
                <a:cs typeface="+mn-lt"/>
              </a:rPr>
              <a:t> 0.67</a:t>
            </a:r>
            <a:endParaRPr lang="en-GB"/>
          </a:p>
          <a:p>
            <a:pPr marL="0" indent="0">
              <a:buNone/>
            </a:pPr>
            <a:r>
              <a:rPr lang="en-GB" b="1" dirty="0">
                <a:ea typeface="+mn-lt"/>
                <a:cs typeface="+mn-lt"/>
              </a:rPr>
              <a:t>Hate speech recall:</a:t>
            </a:r>
            <a:r>
              <a:rPr lang="en-GB" dirty="0">
                <a:ea typeface="+mn-lt"/>
                <a:cs typeface="+mn-lt"/>
              </a:rPr>
              <a:t> 0.15 (very low)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1124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D231C-10A2-680C-52E4-F503287F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12707"/>
          </a:xfrm>
        </p:spPr>
        <p:txBody>
          <a:bodyPr/>
          <a:lstStyle/>
          <a:p>
            <a:pPr algn="ctr"/>
            <a:r>
              <a:rPr lang="en-GB" b="0">
                <a:ea typeface="+mj-lt"/>
                <a:cs typeface="+mj-lt"/>
              </a:rPr>
              <a:t>Transformer Approach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13028-4EAA-E4C9-8790-8B161D99D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87164"/>
            <a:ext cx="11155680" cy="44587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b="1" dirty="0">
                <a:ea typeface="+mn-lt"/>
                <a:cs typeface="+mn-lt"/>
              </a:rPr>
              <a:t>Why </a:t>
            </a:r>
            <a:r>
              <a:rPr lang="en-GB" b="1" dirty="0" err="1">
                <a:ea typeface="+mn-lt"/>
                <a:cs typeface="+mn-lt"/>
              </a:rPr>
              <a:t>DistilBERT</a:t>
            </a:r>
            <a:r>
              <a:rPr lang="en-GB" b="1" dirty="0">
                <a:ea typeface="+mn-lt"/>
                <a:cs typeface="+mn-lt"/>
              </a:rPr>
              <a:t>?</a:t>
            </a:r>
          </a:p>
          <a:p>
            <a:r>
              <a:rPr lang="en-GB">
                <a:ea typeface="+mn-lt"/>
                <a:cs typeface="+mn-lt"/>
              </a:rPr>
              <a:t>Lightweight version of BERT</a:t>
            </a:r>
            <a:endParaRPr lang="en-GB"/>
          </a:p>
          <a:p>
            <a:r>
              <a:rPr lang="en-GB">
                <a:ea typeface="+mn-lt"/>
                <a:cs typeface="+mn-lt"/>
              </a:rPr>
              <a:t>Pretrained on large text corpus</a:t>
            </a:r>
            <a:endParaRPr lang="en-GB"/>
          </a:p>
          <a:p>
            <a:r>
              <a:rPr lang="en-GB">
                <a:ea typeface="+mn-lt"/>
                <a:cs typeface="+mn-lt"/>
              </a:rPr>
              <a:t>Captures context using self-attention</a:t>
            </a:r>
            <a:endParaRPr lang="en-GB"/>
          </a:p>
          <a:p>
            <a:r>
              <a:rPr lang="en-GB">
                <a:ea typeface="+mn-lt"/>
                <a:cs typeface="+mn-lt"/>
              </a:rPr>
              <a:t>Works well on short social media text</a:t>
            </a:r>
            <a:endParaRPr lang="en-GB"/>
          </a:p>
          <a:p>
            <a:r>
              <a:rPr lang="en-GB">
                <a:ea typeface="+mn-lt"/>
                <a:cs typeface="+mn-lt"/>
              </a:rPr>
              <a:t>Efficient on MacBook Pro M2 using MPS acceleration</a:t>
            </a:r>
          </a:p>
          <a:p>
            <a:pPr marL="0" indent="0">
              <a:buNone/>
            </a:pPr>
            <a:r>
              <a:rPr lang="en-GB" b="1">
                <a:ea typeface="+mn-lt"/>
                <a:cs typeface="+mn-lt"/>
              </a:rPr>
              <a:t>Pipeline:</a:t>
            </a:r>
          </a:p>
          <a:p>
            <a:pPr marL="0" indent="0">
              <a:buNone/>
            </a:pPr>
            <a:r>
              <a:rPr lang="en-GB" dirty="0">
                <a:ea typeface="+mn-lt"/>
                <a:cs typeface="+mn-lt"/>
              </a:rPr>
              <a:t>Text → Tokenizer → </a:t>
            </a:r>
            <a:r>
              <a:rPr lang="en-GB" dirty="0" err="1">
                <a:ea typeface="+mn-lt"/>
                <a:cs typeface="+mn-lt"/>
              </a:rPr>
              <a:t>DistilBERT</a:t>
            </a:r>
            <a:r>
              <a:rPr lang="en-GB" dirty="0">
                <a:ea typeface="+mn-lt"/>
                <a:cs typeface="+mn-lt"/>
              </a:rPr>
              <a:t> Encoder → Classification Head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4936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83286-9B89-7DD0-3A7E-530FBAFC0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57536-F25B-51E1-9DD2-72926B383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12707"/>
          </a:xfrm>
        </p:spPr>
        <p:txBody>
          <a:bodyPr/>
          <a:lstStyle/>
          <a:p>
            <a:pPr algn="ctr"/>
            <a:r>
              <a:rPr lang="en-GB" b="0" dirty="0" err="1">
                <a:ea typeface="+mj-lt"/>
                <a:cs typeface="+mj-lt"/>
              </a:rPr>
              <a:t>DistilBERT</a:t>
            </a:r>
            <a:r>
              <a:rPr lang="en-GB" b="0" dirty="0">
                <a:ea typeface="+mj-lt"/>
                <a:cs typeface="+mj-lt"/>
              </a:rPr>
              <a:t> 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B3E1C-8331-C1BF-AA69-3D5905000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87164"/>
            <a:ext cx="11155680" cy="44587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b="1" dirty="0" err="1">
                <a:ea typeface="+mn-lt"/>
                <a:cs typeface="+mn-lt"/>
              </a:rPr>
              <a:t>DistilBERT</a:t>
            </a:r>
            <a:r>
              <a:rPr lang="en-GB" b="1" dirty="0">
                <a:ea typeface="+mn-lt"/>
                <a:cs typeface="+mn-lt"/>
              </a:rPr>
              <a:t> (No Class Weights):</a:t>
            </a:r>
          </a:p>
          <a:p>
            <a:r>
              <a:rPr lang="en-GB">
                <a:ea typeface="+mn-lt"/>
                <a:cs typeface="+mn-lt"/>
              </a:rPr>
              <a:t>Much better at understanding context</a:t>
            </a:r>
            <a:endParaRPr lang="en-GB"/>
          </a:p>
          <a:p>
            <a:r>
              <a:rPr lang="en-GB">
                <a:ea typeface="+mn-lt"/>
                <a:cs typeface="+mn-lt"/>
              </a:rPr>
              <a:t>Big jump in hate-speech performance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>
                <a:ea typeface="+mn-lt"/>
                <a:cs typeface="+mn-lt"/>
              </a:rPr>
              <a:t>Macro F1: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>
                <a:ea typeface="+mn-lt"/>
                <a:cs typeface="+mn-lt"/>
              </a:rPr>
              <a:t>0.77</a:t>
            </a:r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1B755F-BC9B-0D28-34B5-D0BF5D941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37536"/>
              </p:ext>
            </p:extLst>
          </p:nvPr>
        </p:nvGraphicFramePr>
        <p:xfrm>
          <a:off x="649110" y="3266722"/>
          <a:ext cx="6998936" cy="1960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49734">
                  <a:extLst>
                    <a:ext uri="{9D8B030D-6E8A-4147-A177-3AD203B41FA5}">
                      <a16:colId xmlns:a16="http://schemas.microsoft.com/office/drawing/2014/main" val="3196937782"/>
                    </a:ext>
                  </a:extLst>
                </a:gridCol>
                <a:gridCol w="1749734">
                  <a:extLst>
                    <a:ext uri="{9D8B030D-6E8A-4147-A177-3AD203B41FA5}">
                      <a16:colId xmlns:a16="http://schemas.microsoft.com/office/drawing/2014/main" val="3293487058"/>
                    </a:ext>
                  </a:extLst>
                </a:gridCol>
                <a:gridCol w="1749734">
                  <a:extLst>
                    <a:ext uri="{9D8B030D-6E8A-4147-A177-3AD203B41FA5}">
                      <a16:colId xmlns:a16="http://schemas.microsoft.com/office/drawing/2014/main" val="575867274"/>
                    </a:ext>
                  </a:extLst>
                </a:gridCol>
                <a:gridCol w="1749734">
                  <a:extLst>
                    <a:ext uri="{9D8B030D-6E8A-4147-A177-3AD203B41FA5}">
                      <a16:colId xmlns:a16="http://schemas.microsoft.com/office/drawing/2014/main" val="1265399214"/>
                    </a:ext>
                  </a:extLst>
                </a:gridCol>
              </a:tblGrid>
              <a:tr h="490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F1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377508"/>
                  </a:ext>
                </a:extLst>
              </a:tr>
              <a:tr h="490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623900"/>
                  </a:ext>
                </a:extLst>
              </a:tr>
              <a:tr h="490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Offensive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77870"/>
                  </a:ext>
                </a:extLst>
              </a:tr>
              <a:tr h="490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Neither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6657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218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64954-FE95-09BE-C5FA-25235B25B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48543-0224-9430-778D-7666D4609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12707"/>
          </a:xfrm>
        </p:spPr>
        <p:txBody>
          <a:bodyPr/>
          <a:lstStyle/>
          <a:p>
            <a:pPr algn="ctr"/>
            <a:r>
              <a:rPr lang="en-GB" b="0">
                <a:ea typeface="+mj-lt"/>
                <a:cs typeface="+mj-lt"/>
              </a:rPr>
              <a:t>Improving Minority Class Performance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F9E4E-930B-81BF-4CF9-45CD7FAD9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87164"/>
            <a:ext cx="11155680" cy="44587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b="1">
                <a:ea typeface="+mn-lt"/>
                <a:cs typeface="+mn-lt"/>
              </a:rPr>
              <a:t>Problem:</a:t>
            </a:r>
          </a:p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Hate speech is the smallest class → model underpredicts it.</a:t>
            </a:r>
          </a:p>
          <a:p>
            <a:pPr marL="0" indent="0">
              <a:buNone/>
            </a:pPr>
            <a:r>
              <a:rPr lang="en-GB" b="1" dirty="0">
                <a:ea typeface="+mn-lt"/>
                <a:cs typeface="+mn-lt"/>
              </a:rPr>
              <a:t>Solution:</a:t>
            </a:r>
            <a:r>
              <a:rPr lang="en-GB" dirty="0">
                <a:ea typeface="+mn-lt"/>
                <a:cs typeface="+mn-lt"/>
              </a:rPr>
              <a:t>  Add </a:t>
            </a:r>
            <a:r>
              <a:rPr lang="en-GB" b="1" dirty="0">
                <a:ea typeface="+mn-lt"/>
                <a:cs typeface="+mn-lt"/>
              </a:rPr>
              <a:t>class weights</a:t>
            </a:r>
            <a:r>
              <a:rPr lang="en-GB" dirty="0">
                <a:ea typeface="+mn-lt"/>
                <a:cs typeface="+mn-lt"/>
              </a:rPr>
              <a:t> to </a:t>
            </a:r>
            <a:r>
              <a:rPr lang="en-GB" dirty="0" err="1">
                <a:ea typeface="+mn-lt"/>
                <a:cs typeface="+mn-lt"/>
              </a:rPr>
              <a:t>CrossEntropy</a:t>
            </a:r>
            <a:r>
              <a:rPr lang="en-GB" dirty="0">
                <a:ea typeface="+mn-lt"/>
                <a:cs typeface="+mn-lt"/>
              </a:rPr>
              <a:t> loss.</a:t>
            </a:r>
          </a:p>
          <a:p>
            <a:pPr marL="0" indent="0">
              <a:buNone/>
            </a:pPr>
            <a:r>
              <a:rPr lang="en-GB"/>
              <a:t>Manually tuned weights to - </a:t>
            </a:r>
            <a:r>
              <a:rPr lang="en-GB">
                <a:ea typeface="+mn-lt"/>
                <a:cs typeface="+mn-lt"/>
              </a:rPr>
              <a:t>[3.0, 0.8, 1.2]</a:t>
            </a:r>
          </a:p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This encourages the model to pay more attention to hate-speech samples.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728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6000F-1CBC-4CE4-6BC4-064880F6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B154-16EA-3E80-287D-90E6F82A8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12707"/>
          </a:xfrm>
        </p:spPr>
        <p:txBody>
          <a:bodyPr/>
          <a:lstStyle/>
          <a:p>
            <a:pPr algn="ctr"/>
            <a:r>
              <a:rPr lang="en-GB" b="0" dirty="0">
                <a:ea typeface="+mj-lt"/>
                <a:cs typeface="+mj-lt"/>
              </a:rPr>
              <a:t>Final Model (</a:t>
            </a:r>
            <a:r>
              <a:rPr lang="en-GB" b="0" dirty="0" err="1">
                <a:ea typeface="+mj-lt"/>
                <a:cs typeface="+mj-lt"/>
              </a:rPr>
              <a:t>DistilBERT</a:t>
            </a:r>
            <a:r>
              <a:rPr lang="en-GB" b="0" dirty="0">
                <a:ea typeface="+mj-lt"/>
                <a:cs typeface="+mj-lt"/>
              </a:rPr>
              <a:t> + Class Weights)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CA38B-DF23-EA85-FC65-5114B7AD8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87164"/>
            <a:ext cx="11155680" cy="445877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Final Evaluation (3 Epochs, LR: 1e-5, batch size: 16)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ea typeface="+mn-lt"/>
                <a:cs typeface="+mn-lt"/>
              </a:rPr>
              <a:t>Macro F1: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>
                <a:ea typeface="+mn-lt"/>
                <a:cs typeface="+mn-lt"/>
              </a:rPr>
              <a:t>0.78</a:t>
            </a:r>
            <a:br>
              <a:rPr lang="en-GB" b="1" dirty="0">
                <a:ea typeface="+mn-lt"/>
                <a:cs typeface="+mn-lt"/>
              </a:rPr>
            </a:br>
            <a:r>
              <a:rPr lang="en-GB" b="1">
                <a:ea typeface="+mn-lt"/>
                <a:cs typeface="+mn-lt"/>
              </a:rPr>
              <a:t>Accuracy:</a:t>
            </a:r>
            <a:r>
              <a:rPr lang="en-GB" dirty="0">
                <a:ea typeface="+mn-lt"/>
                <a:cs typeface="+mn-lt"/>
              </a:rPr>
              <a:t> 91%</a:t>
            </a:r>
            <a:endParaRPr lang="en-GB" dirty="0"/>
          </a:p>
          <a:p>
            <a:pPr>
              <a:buNone/>
            </a:pPr>
            <a:r>
              <a:rPr lang="en-GB">
                <a:ea typeface="+mn-lt"/>
                <a:cs typeface="+mn-lt"/>
              </a:rPr>
              <a:t>Confusion matrix highlights:</a:t>
            </a:r>
            <a:endParaRPr lang="en-GB"/>
          </a:p>
          <a:p>
            <a:pPr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168 hate-speech examples correctly classified</a:t>
            </a:r>
            <a:endParaRPr lang="en-GB"/>
          </a:p>
          <a:p>
            <a:pPr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Reduced false positives for neutral class</a:t>
            </a:r>
            <a:endParaRPr lang="en-GB"/>
          </a:p>
          <a:p>
            <a:pPr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Strong performance across all labels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1C38ED4-8591-A7AA-4103-44BE1F31A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495380"/>
              </p:ext>
            </p:extLst>
          </p:nvPr>
        </p:nvGraphicFramePr>
        <p:xfrm>
          <a:off x="987777" y="2194278"/>
          <a:ext cx="6519143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29786">
                  <a:extLst>
                    <a:ext uri="{9D8B030D-6E8A-4147-A177-3AD203B41FA5}">
                      <a16:colId xmlns:a16="http://schemas.microsoft.com/office/drawing/2014/main" val="4036389442"/>
                    </a:ext>
                  </a:extLst>
                </a:gridCol>
                <a:gridCol w="1617699">
                  <a:extLst>
                    <a:ext uri="{9D8B030D-6E8A-4147-A177-3AD203B41FA5}">
                      <a16:colId xmlns:a16="http://schemas.microsoft.com/office/drawing/2014/main" val="1732238613"/>
                    </a:ext>
                  </a:extLst>
                </a:gridCol>
                <a:gridCol w="1641872">
                  <a:extLst>
                    <a:ext uri="{9D8B030D-6E8A-4147-A177-3AD203B41FA5}">
                      <a16:colId xmlns:a16="http://schemas.microsoft.com/office/drawing/2014/main" val="3298552236"/>
                    </a:ext>
                  </a:extLst>
                </a:gridCol>
                <a:gridCol w="1629786">
                  <a:extLst>
                    <a:ext uri="{9D8B030D-6E8A-4147-A177-3AD203B41FA5}">
                      <a16:colId xmlns:a16="http://schemas.microsoft.com/office/drawing/2014/main" val="404690376"/>
                    </a:ext>
                  </a:extLst>
                </a:gridCol>
              </a:tblGrid>
              <a:tr h="333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444203"/>
                  </a:ext>
                </a:extLst>
              </a:tr>
              <a:tr h="333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313879"/>
                  </a:ext>
                </a:extLst>
              </a:tr>
              <a:tr h="333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Offensive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961044"/>
                  </a:ext>
                </a:extLst>
              </a:tr>
              <a:tr h="333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Neither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932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7553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88DC4-4A46-A232-C49E-D9B9C1B5C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18138-DA24-1386-640A-E510CBB72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12707"/>
          </a:xfrm>
        </p:spPr>
        <p:txBody>
          <a:bodyPr/>
          <a:lstStyle/>
          <a:p>
            <a:pPr algn="ctr"/>
            <a:r>
              <a:rPr lang="en-GB" b="0" dirty="0">
                <a:ea typeface="+mj-lt"/>
                <a:cs typeface="+mj-lt"/>
              </a:rPr>
              <a:t>Training </a:t>
            </a:r>
            <a:r>
              <a:rPr lang="en-GB" b="0" dirty="0" err="1">
                <a:ea typeface="+mj-lt"/>
                <a:cs typeface="+mj-lt"/>
              </a:rPr>
              <a:t>Behavior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B2FC7-F50A-4648-908F-18CCEE6C8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87164"/>
            <a:ext cx="11155680" cy="44587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 b="1">
                <a:ea typeface="+mn-lt"/>
                <a:cs typeface="+mn-lt"/>
              </a:rPr>
              <a:t>Training Loss Across Epochs</a:t>
            </a:r>
            <a:endParaRPr lang="en-US"/>
          </a:p>
          <a:p>
            <a:pPr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Loss decreased smoothly:</a:t>
            </a:r>
            <a:br>
              <a:rPr lang="en-GB" dirty="0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0.5319 → 0.3393 → 0.2854</a:t>
            </a:r>
            <a:endParaRPr lang="en-GB"/>
          </a:p>
          <a:p>
            <a:pPr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Model converged by epoch 3</a:t>
            </a:r>
            <a:endParaRPr lang="en-GB"/>
          </a:p>
          <a:p>
            <a:pPr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Training for 4 epochs caused slight overfitting</a:t>
            </a:r>
            <a:endParaRPr lang="en-GB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F59D2AE1-5FA2-8C6B-905E-F4ECC717E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726" y="2006423"/>
            <a:ext cx="4804834" cy="360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777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5DE39-5F60-0D19-133B-5A04F3AE9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A664-2E36-74B4-1246-CE5791498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12707"/>
          </a:xfrm>
        </p:spPr>
        <p:txBody>
          <a:bodyPr>
            <a:normAutofit/>
          </a:bodyPr>
          <a:lstStyle/>
          <a:p>
            <a:pPr algn="ctr"/>
            <a:r>
              <a:rPr lang="en-GB" b="0">
                <a:ea typeface="+mj-lt"/>
                <a:cs typeface="+mj-lt"/>
              </a:rPr>
              <a:t>Conclusion and Future Work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E5A23-A8CF-C794-F0C4-4F710F1C2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87164"/>
            <a:ext cx="11155680" cy="44587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 b="1">
                <a:ea typeface="+mn-lt"/>
                <a:cs typeface="+mn-lt"/>
              </a:rPr>
              <a:t>Final Takeaways</a:t>
            </a:r>
            <a:endParaRPr lang="en-US"/>
          </a:p>
          <a:p>
            <a:pPr>
              <a:buFont typeface="Arial"/>
              <a:buChar char="•"/>
            </a:pPr>
            <a:r>
              <a:rPr lang="en-GB" dirty="0" err="1">
                <a:ea typeface="+mn-lt"/>
                <a:cs typeface="+mn-lt"/>
              </a:rPr>
              <a:t>DistilBERT</a:t>
            </a:r>
            <a:r>
              <a:rPr lang="en-GB" dirty="0">
                <a:ea typeface="+mn-lt"/>
                <a:cs typeface="+mn-lt"/>
              </a:rPr>
              <a:t> with tuned class weights is the best-performing model</a:t>
            </a:r>
            <a:endParaRPr lang="en-GB" dirty="0"/>
          </a:p>
          <a:p>
            <a:pPr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Achieved a strong macro F1 score of </a:t>
            </a:r>
            <a:r>
              <a:rPr lang="en-GB" b="1">
                <a:ea typeface="+mn-lt"/>
                <a:cs typeface="+mn-lt"/>
              </a:rPr>
              <a:t>0.78</a:t>
            </a:r>
            <a:endParaRPr lang="en-GB"/>
          </a:p>
          <a:p>
            <a:pPr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Large improvement over classical approaches</a:t>
            </a:r>
            <a:endParaRPr lang="en-GB" dirty="0"/>
          </a:p>
          <a:p>
            <a:pPr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Demonstrates the effectiveness of transformer-based transfer learning for online safety tasks</a:t>
            </a:r>
            <a:endParaRPr lang="en-GB"/>
          </a:p>
          <a:p>
            <a:pPr marL="0" indent="0">
              <a:buNone/>
            </a:pPr>
            <a:r>
              <a:rPr lang="en-GB" b="1">
                <a:ea typeface="+mn-lt"/>
                <a:cs typeface="+mn-lt"/>
              </a:rPr>
              <a:t>Future Work</a:t>
            </a:r>
            <a:endParaRPr lang="en-GB" b="1"/>
          </a:p>
          <a:p>
            <a:pPr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Try larger models (</a:t>
            </a:r>
            <a:r>
              <a:rPr lang="en-GB" dirty="0" err="1">
                <a:ea typeface="+mn-lt"/>
                <a:cs typeface="+mn-lt"/>
              </a:rPr>
              <a:t>RoBERTa</a:t>
            </a:r>
            <a:r>
              <a:rPr lang="en-GB" dirty="0">
                <a:ea typeface="+mn-lt"/>
                <a:cs typeface="+mn-lt"/>
              </a:rPr>
              <a:t>, BERT-base)</a:t>
            </a:r>
            <a:endParaRPr lang="en-GB" dirty="0"/>
          </a:p>
          <a:p>
            <a:pPr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Explore threshold tuning for better precision–recall balance</a:t>
            </a:r>
            <a:endParaRPr lang="en-GB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>
              <a:buNone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87025247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GestaltVTI</vt:lpstr>
      <vt:lpstr>Hate Speech Classification</vt:lpstr>
      <vt:lpstr>Why Detect Hate Speech?</vt:lpstr>
      <vt:lpstr>Project Goal</vt:lpstr>
      <vt:lpstr>Dataset</vt:lpstr>
      <vt:lpstr>Baseline Approach</vt:lpstr>
      <vt:lpstr>Transformer Approach</vt:lpstr>
      <vt:lpstr>DistilBERT Results</vt:lpstr>
      <vt:lpstr>Improving Minority Class Performance</vt:lpstr>
      <vt:lpstr>Final Model (DistilBERT + Class Weights)</vt:lpstr>
      <vt:lpstr>Training Behavior</vt:lpstr>
      <vt:lpstr>Conclusion and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139</cp:revision>
  <dcterms:created xsi:type="dcterms:W3CDTF">2025-12-12T23:01:44Z</dcterms:created>
  <dcterms:modified xsi:type="dcterms:W3CDTF">2025-12-13T14:43:17Z</dcterms:modified>
</cp:coreProperties>
</file>